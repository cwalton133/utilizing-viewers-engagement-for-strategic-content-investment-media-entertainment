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791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business challenge, scope, and why this analysis matters to executive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insights quickly. Emphasize ROI-driven content decisions under budget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these genres influence sustained subscriptions.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difference between views and retention — what actually reduces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Showcase Horror as a loyalty driver despite lower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Translate analytics into concrete investment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content strategy as risk-managed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forward-looking execution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4233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StreamWave</a:t>
            </a:r>
            <a:r>
              <a:rPr dirty="0"/>
              <a:t> Entertainment</a:t>
            </a:r>
          </a:p>
          <a:p>
            <a:r>
              <a:rPr dirty="0"/>
              <a:t>Content Strategy &amp; Retention Optimization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5379"/>
            <a:ext cx="8229600" cy="4525963"/>
          </a:xfrm>
        </p:spPr>
        <p:txBody>
          <a:bodyPr/>
          <a:lstStyle/>
          <a:p>
            <a:r>
              <a:rPr dirty="0"/>
              <a:t>Genre Performance Analysis</a:t>
            </a:r>
          </a:p>
          <a:p>
            <a:r>
              <a:rPr dirty="0"/>
              <a:t>Created by Charles Walton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Drama and Comedy drive the highest engagement and retention</a:t>
            </a:r>
          </a:p>
          <a:p>
            <a:r>
              <a:t>• Horror shows strongest viewer loyalty</a:t>
            </a:r>
          </a:p>
          <a:p>
            <a:r>
              <a:t>• Biography underperforms despite high completion</a:t>
            </a:r>
          </a:p>
          <a:p>
            <a:r>
              <a:t>• Recommendation: Focus investment on high-retention genres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Genres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Drama: Highest total &amp; repeat views</a:t>
            </a:r>
          </a:p>
          <a:p>
            <a:r>
              <a:t>Comedy: Strong engagement &amp; repeat behavior</a:t>
            </a:r>
          </a:p>
          <a:p>
            <a:r>
              <a:t>Documentary: Stable engagement</a:t>
            </a:r>
          </a:p>
          <a:p>
            <a:r>
              <a:t>Sci‑Fi: Niche growth opportunity</a:t>
            </a:r>
          </a:p>
          <a:p>
            <a:r>
              <a:t>Action: High excitement, moderate loyalty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&amp; Loyalty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Horror leads in loyalty</a:t>
            </a:r>
          </a:p>
          <a:p>
            <a:r>
              <a:t>Comedy &amp; Drama maintain consistent engagement</a:t>
            </a:r>
          </a:p>
          <a:p>
            <a:r>
              <a:t>Sci‑Fi &amp; Action show strong volume but variable retention</a:t>
            </a:r>
          </a:p>
          <a:p>
            <a:r>
              <a:t>Biography lags in renewal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Avg Horror Watch Time: 100 mins</a:t>
            </a:r>
          </a:p>
          <a:p>
            <a:r>
              <a:t>Repeat View Rate: 3x</a:t>
            </a:r>
          </a:p>
          <a:p>
            <a:r>
              <a:t>Engagement Rate: 76%</a:t>
            </a:r>
          </a:p>
          <a:p>
            <a:r>
              <a:t>Retention Rate: 88%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 Drama &amp; Comedy marketing spend</a:t>
            </a:r>
          </a:p>
          <a:p>
            <a:r>
              <a:t>• Develop niche sub-genres (Sci‑Fi, Action)</a:t>
            </a:r>
          </a:p>
          <a:p>
            <a:r>
              <a:t>• Improve Biography retention strategy</a:t>
            </a:r>
          </a:p>
          <a:p>
            <a:r>
              <a:t>• Refresh Documentary formats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Diversification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 flagship genres with experimental content</a:t>
            </a:r>
          </a:p>
          <a:p>
            <a:r>
              <a:t>Reduce churn risk via diversified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Align dashboards with exec KPIs</a:t>
            </a:r>
          </a:p>
          <a:p>
            <a:r>
              <a:t>Deploy genre-based content investments</a:t>
            </a:r>
          </a:p>
          <a:p>
            <a:r>
              <a:t>Track renewal lift monthly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276</Words>
  <Application>Microsoft Office PowerPoint</Application>
  <PresentationFormat>On-screen Show (4:3)</PresentationFormat>
  <Paragraphs>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StreamWave Entertainment Content Strategy &amp; Retention Optimization </vt:lpstr>
      <vt:lpstr>Executive Summary</vt:lpstr>
      <vt:lpstr>Top Performing Genres</vt:lpstr>
      <vt:lpstr>Engagement &amp; Loyalty Insights</vt:lpstr>
      <vt:lpstr>Key Metrics Snapshot</vt:lpstr>
      <vt:lpstr>Strategic Recommendations</vt:lpstr>
      <vt:lpstr>Portfolio Diversification Strategy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StreamWave Entertainment Content Strategy &amp; Retention Optimization </dc:title>
  <dc:subject/>
  <dc:creator/>
  <cp:keywords/>
  <dc:description>generated using python-pptx</dc:description>
  <cp:lastModifiedBy>CHARLES WALTON</cp:lastModifiedBy>
  <cp:revision>2</cp:revision>
  <dcterms:created xsi:type="dcterms:W3CDTF">2013-01-27T09:14:16Z</dcterms:created>
  <dcterms:modified xsi:type="dcterms:W3CDTF">2026-01-25T18:14:02Z</dcterms:modified>
  <cp:category/>
</cp:coreProperties>
</file>